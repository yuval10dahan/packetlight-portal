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530A-BD10-C829-D882-9CCAC0DD8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C837B-9A7A-5AB1-5880-1955E7CD6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AFBAF-53DE-4883-7240-AB0E09217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C7942-17F9-467A-C605-31A8318D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3839D-BA23-B524-682F-F6FE13AA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0746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BD02-D824-B930-9381-61F5F342A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B952-383D-300E-F9A7-0C7DA277C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25AF2-3E28-1441-54CE-6425680EF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186E3-E7AF-F043-19A8-44923DB4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A7BF-13DB-F7A4-ED39-5561CF6D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106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C7A0A-AAE3-078A-4762-19E217450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186B8-30D9-F440-C18C-031806847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A1817-9A81-DF54-0251-ABA161D52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FF83E-1C66-B6F8-59CD-83F9DDC1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9164D-A67B-A47F-5DBA-DAE1D42F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6892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2EB9C-35BC-EA5C-C435-1205F993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3DAEE-E3E3-CB1F-9A03-7C78B3BD4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F14DB-058B-8E64-0F07-A2A11E7E4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2CA44-658B-D8D5-93F2-F84F5970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199CE-0CFE-5F86-28BF-AA06B9454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076B6-06F7-EC4E-0847-217EFA571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49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AC89-6982-2E3B-D499-1DD0261FA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4B0F2-2C8B-4868-32F2-AF692305E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9E711-9696-C303-D6C0-87608C46D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3AEAD-7780-6944-9E51-4C00B8E035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791E55-61DA-E047-1DF4-8EDCD8E2D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5FB35F-6FFE-4635-21EE-4945A4CB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3C9E9-BFA4-F017-F64D-78137906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78A57E-647C-0771-113F-AE5AE262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262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0FFC-5A51-DA18-2B3C-00AFA25B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45353-8B75-4E23-0078-CA449EE3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F9888-A533-3BFD-9A86-272B3594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1880C-B6F0-F7AC-67D1-5F89203B3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246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503F1-C705-1016-2BF6-C7F7283B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CC34C-7C99-107C-6C6C-E775F5C5D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CFF7B-A2D3-8001-92DD-DF69789B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294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5D16-A568-0362-81C7-8AB31D2C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EC3A-F390-9EDF-EF0A-9D5112E96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D575E-3626-92DB-B0EC-162A7F8BA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CF29C-F028-74AE-4EF4-96B0B14A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25F12-79A1-B3DF-2FED-0CFA31C7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6AD82-F35E-1B66-98E7-A232A5090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790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E1D04-AC8D-9EE2-E8A3-50122344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81408-6E8B-5964-74F1-8CB1A2E90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19B8E-BB46-DE1F-34C9-336C8D230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1389A-E915-998D-4677-17B290C61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9D003-B6CC-B223-D097-1FFF63E56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F528D-D353-C060-92FE-3636EC61D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755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37577-ACAA-44B0-4699-51F58090B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67C5F-E03C-F40E-6731-9E0850308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6BDA1-7448-B3D2-7B40-487CBEBEB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6F782-C141-061F-E807-EDAEEBFE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4EB6E-F8CA-51DA-CBEA-7F770B24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49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5EABC1-21DA-F83E-C812-465536D0D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F0DDD-AFF7-C863-77FD-80D16686B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9A4C2-1AB8-3886-17C5-0E1453B5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6DCC5-8FA2-E6FD-99C6-292A2FFC0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349BF-08C0-6E30-2A1E-CAE852D7A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098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F0B7F3-8CCF-D610-F4D5-4ED963438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8AF01-B45E-FBE0-4D89-3B7740666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59F7D-E4EA-7F11-7713-E613E1982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207E9-380F-45CB-A853-BB1458020C54}" type="datetimeFigureOut">
              <a:rPr lang="LID4096" smtClean="0"/>
              <a:t>01/07/2026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EF83C-C8B6-5728-C7DA-F78F52F1C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64649-040D-97E5-DBDA-2D42D73C9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4F11F-30FC-4A90-82FD-B9FE558D33A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724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8605F2-8FE3-90C0-2A2A-76089F0E0070}"/>
              </a:ext>
            </a:extLst>
          </p:cNvPr>
          <p:cNvSpPr txBox="1"/>
          <p:nvPr/>
        </p:nvSpPr>
        <p:spPr>
          <a:xfrm>
            <a:off x="2139696" y="1698998"/>
            <a:ext cx="19933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PLX000XX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5DDD7B-BFD2-AD5F-EA89-3EE1C9D2FB47}"/>
              </a:ext>
            </a:extLst>
          </p:cNvPr>
          <p:cNvSpPr txBox="1"/>
          <p:nvPr/>
        </p:nvSpPr>
        <p:spPr>
          <a:xfrm>
            <a:off x="3730752" y="409694"/>
            <a:ext cx="49286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" dirty="0"/>
              <a:t>Settings page</a:t>
            </a:r>
            <a:endParaRPr lang="LID409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FCAE7F-16F5-114F-BB98-864933D57096}"/>
              </a:ext>
            </a:extLst>
          </p:cNvPr>
          <p:cNvSpPr txBox="1"/>
          <p:nvPr/>
        </p:nvSpPr>
        <p:spPr>
          <a:xfrm>
            <a:off x="566928" y="1698998"/>
            <a:ext cx="170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product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AEA863-2F2B-EB68-F6EC-F3F7221FCE1F}"/>
              </a:ext>
            </a:extLst>
          </p:cNvPr>
          <p:cNvSpPr txBox="1"/>
          <p:nvPr/>
        </p:nvSpPr>
        <p:spPr>
          <a:xfrm>
            <a:off x="2139696" y="2311646"/>
            <a:ext cx="19933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X.X.X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250BE-9602-AA01-316A-DB847C8F8B19}"/>
              </a:ext>
            </a:extLst>
          </p:cNvPr>
          <p:cNvSpPr txBox="1"/>
          <p:nvPr/>
        </p:nvSpPr>
        <p:spPr>
          <a:xfrm>
            <a:off x="566928" y="2311646"/>
            <a:ext cx="170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SW </a:t>
            </a:r>
            <a:r>
              <a:rPr lang="en-US" dirty="0" err="1"/>
              <a:t>ver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61BDB7-2C4D-2367-3459-3DBD07E531DF}"/>
              </a:ext>
            </a:extLst>
          </p:cNvPr>
          <p:cNvSpPr txBox="1"/>
          <p:nvPr/>
        </p:nvSpPr>
        <p:spPr>
          <a:xfrm>
            <a:off x="2139696" y="2924294"/>
            <a:ext cx="19933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FTLxxxx</a:t>
            </a:r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4ADAE6-B8E1-0697-003B-6F5BA28453D4}"/>
              </a:ext>
            </a:extLst>
          </p:cNvPr>
          <p:cNvSpPr txBox="1"/>
          <p:nvPr/>
        </p:nvSpPr>
        <p:spPr>
          <a:xfrm>
            <a:off x="566928" y="2924294"/>
            <a:ext cx="170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Optic</a:t>
            </a:r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F5A627-562B-5F01-1118-1E8FECBE2F7E}"/>
              </a:ext>
            </a:extLst>
          </p:cNvPr>
          <p:cNvSpPr txBox="1"/>
          <p:nvPr/>
        </p:nvSpPr>
        <p:spPr>
          <a:xfrm>
            <a:off x="2139696" y="3582663"/>
            <a:ext cx="19933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XXXXXXX </a:t>
            </a:r>
            <a:r>
              <a:rPr lang="en-US" sz="1400" dirty="0"/>
              <a:t>(</a:t>
            </a:r>
            <a:r>
              <a:rPr lang="en-US" sz="1400" dirty="0" err="1"/>
              <a:t>e.g</a:t>
            </a:r>
            <a:r>
              <a:rPr lang="en-US" sz="1400" dirty="0"/>
              <a:t> QKD</a:t>
            </a:r>
            <a:r>
              <a:rPr lang="en-US" dirty="0"/>
              <a:t>)</a:t>
            </a:r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9D4E1-F180-2970-ABC8-272EDA747CB8}"/>
              </a:ext>
            </a:extLst>
          </p:cNvPr>
          <p:cNvSpPr txBox="1"/>
          <p:nvPr/>
        </p:nvSpPr>
        <p:spPr>
          <a:xfrm>
            <a:off x="566928" y="3582663"/>
            <a:ext cx="170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feature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652645-28AF-B051-1685-CE4519B87DE3}"/>
              </a:ext>
            </a:extLst>
          </p:cNvPr>
          <p:cNvSpPr txBox="1"/>
          <p:nvPr/>
        </p:nvSpPr>
        <p:spPr>
          <a:xfrm>
            <a:off x="2139696" y="4241032"/>
            <a:ext cx="19933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XXXXXXX</a:t>
            </a:r>
            <a:endParaRPr lang="LID4096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1D4FD0-F5E9-FB2D-70D3-AFE571E475E4}"/>
              </a:ext>
            </a:extLst>
          </p:cNvPr>
          <p:cNvSpPr txBox="1"/>
          <p:nvPr/>
        </p:nvSpPr>
        <p:spPr>
          <a:xfrm>
            <a:off x="566928" y="4241032"/>
            <a:ext cx="1709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Add system Mode</a:t>
            </a:r>
            <a:endParaRPr lang="LID4096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5D236D-39DC-EF05-8CBB-E4D7AD01E3B5}"/>
              </a:ext>
            </a:extLst>
          </p:cNvPr>
          <p:cNvSpPr txBox="1"/>
          <p:nvPr/>
        </p:nvSpPr>
        <p:spPr>
          <a:xfrm>
            <a:off x="2139696" y="4974336"/>
            <a:ext cx="19933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XXXXXXX</a:t>
            </a:r>
            <a:endParaRPr lang="LID4096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AF03FE-521A-C946-3455-A25A7ED5C9B0}"/>
              </a:ext>
            </a:extLst>
          </p:cNvPr>
          <p:cNvSpPr txBox="1"/>
          <p:nvPr/>
        </p:nvSpPr>
        <p:spPr>
          <a:xfrm>
            <a:off x="566928" y="4974336"/>
            <a:ext cx="1709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Add Uplink Mode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630538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9016-EFB8-E251-7BB9-BE24F6DF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DA2261-01CE-A396-1492-86E61642D677}"/>
              </a:ext>
            </a:extLst>
          </p:cNvPr>
          <p:cNvSpPr txBox="1"/>
          <p:nvPr/>
        </p:nvSpPr>
        <p:spPr>
          <a:xfrm>
            <a:off x="219456" y="1186256"/>
            <a:ext cx="17282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name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DAC26-E90B-FC83-D47B-2058F70DFE51}"/>
              </a:ext>
            </a:extLst>
          </p:cNvPr>
          <p:cNvSpPr txBox="1"/>
          <p:nvPr/>
        </p:nvSpPr>
        <p:spPr>
          <a:xfrm>
            <a:off x="3730752" y="409694"/>
            <a:ext cx="49286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Product business logic and configuration page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FFF17-793E-B449-AC06-D1B91551F19D}"/>
              </a:ext>
            </a:extLst>
          </p:cNvPr>
          <p:cNvSpPr txBox="1"/>
          <p:nvPr/>
        </p:nvSpPr>
        <p:spPr>
          <a:xfrm>
            <a:off x="2139696" y="1186256"/>
            <a:ext cx="12161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SW </a:t>
            </a:r>
            <a:r>
              <a:rPr lang="en-US" dirty="0" err="1"/>
              <a:t>ver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E7430-903F-04DA-459C-66E017E2B43A}"/>
              </a:ext>
            </a:extLst>
          </p:cNvPr>
          <p:cNvSpPr txBox="1"/>
          <p:nvPr/>
        </p:nvSpPr>
        <p:spPr>
          <a:xfrm>
            <a:off x="3520440" y="1183792"/>
            <a:ext cx="17282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Optic module</a:t>
            </a:r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E0FEC7-572E-D6BB-1779-77F74684EFCB}"/>
              </a:ext>
            </a:extLst>
          </p:cNvPr>
          <p:cNvSpPr txBox="1"/>
          <p:nvPr/>
        </p:nvSpPr>
        <p:spPr>
          <a:xfrm>
            <a:off x="5413248" y="1178864"/>
            <a:ext cx="17282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Feature name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BCC86-8B62-4D7D-B28F-B29146F80D18}"/>
              </a:ext>
            </a:extLst>
          </p:cNvPr>
          <p:cNvSpPr txBox="1"/>
          <p:nvPr/>
        </p:nvSpPr>
        <p:spPr>
          <a:xfrm>
            <a:off x="7379208" y="1186256"/>
            <a:ext cx="19933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System Mode</a:t>
            </a:r>
            <a:endParaRPr lang="LID4096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873FCB-2322-8DE7-1E41-3BAEE741058A}"/>
              </a:ext>
            </a:extLst>
          </p:cNvPr>
          <p:cNvSpPr txBox="1"/>
          <p:nvPr/>
        </p:nvSpPr>
        <p:spPr>
          <a:xfrm>
            <a:off x="9610344" y="1178864"/>
            <a:ext cx="19933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Uplink Mode</a:t>
            </a:r>
            <a:endParaRPr lang="LID409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D433EB-B611-9F8A-E6B1-B531B304D493}"/>
              </a:ext>
            </a:extLst>
          </p:cNvPr>
          <p:cNvSpPr txBox="1"/>
          <p:nvPr/>
        </p:nvSpPr>
        <p:spPr>
          <a:xfrm>
            <a:off x="219456" y="2100656"/>
            <a:ext cx="23682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Component modules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500F3-672C-95CD-9AE6-6AC8ADF2E0A6}"/>
              </a:ext>
            </a:extLst>
          </p:cNvPr>
          <p:cNvSpPr txBox="1"/>
          <p:nvPr/>
        </p:nvSpPr>
        <p:spPr>
          <a:xfrm>
            <a:off x="2834640" y="2100656"/>
            <a:ext cx="18379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Inband</a:t>
            </a:r>
            <a:r>
              <a:rPr lang="en-US" dirty="0"/>
              <a:t> support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540F4-3302-50D4-4F73-59D30663E6D9}"/>
              </a:ext>
            </a:extLst>
          </p:cNvPr>
          <p:cNvSpPr txBox="1"/>
          <p:nvPr/>
        </p:nvSpPr>
        <p:spPr>
          <a:xfrm>
            <a:off x="4919472" y="2089048"/>
            <a:ext cx="18379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Service support</a:t>
            </a:r>
            <a:endParaRPr lang="LID4096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B0D220-58D5-95E8-CD92-F0A701F4DE94}"/>
              </a:ext>
            </a:extLst>
          </p:cNvPr>
          <p:cNvSpPr txBox="1"/>
          <p:nvPr/>
        </p:nvSpPr>
        <p:spPr>
          <a:xfrm>
            <a:off x="6940296" y="2089048"/>
            <a:ext cx="20848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DAC cable support</a:t>
            </a:r>
            <a:endParaRPr lang="LID4096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98C84A-1D1C-6CAC-8236-70170845E493}"/>
              </a:ext>
            </a:extLst>
          </p:cNvPr>
          <p:cNvSpPr txBox="1"/>
          <p:nvPr/>
        </p:nvSpPr>
        <p:spPr>
          <a:xfrm>
            <a:off x="9208008" y="2100656"/>
            <a:ext cx="20848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Encryption support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33936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62</Words>
  <Application>Microsoft Office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Haim Hayat</dc:creator>
  <cp:lastModifiedBy>Haim Hayat</cp:lastModifiedBy>
  <cp:revision>4</cp:revision>
  <dcterms:created xsi:type="dcterms:W3CDTF">2026-01-07T06:35:58Z</dcterms:created>
  <dcterms:modified xsi:type="dcterms:W3CDTF">2026-01-07T09:35:01Z</dcterms:modified>
</cp:coreProperties>
</file>